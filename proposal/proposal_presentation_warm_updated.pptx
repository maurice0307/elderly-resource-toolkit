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保留原始痛點描述，讓政府理解高齡服務不是只有長照，而是生活維持與陪伴。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原有解法內容完整保留，並凸顯平台對政府與社群的價值。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補充 UX 設計與使用流程，讓平台更具人性化。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保留原始成效描述，讓政府明確看到現況與待補強項目。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完整呈現原始資料審核與品質機制。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還原原始合作分工與政府期待。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保留技術與合規重點，讓提案更具可執行性。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完整還原原始試點計畫與驗收指標。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補回成本模型與政府預算參考。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這一頁保留原始政府疑慮與對應策略。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明確列出政府需承擔的事項，降低曖昧。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呼籲立即啟動與安排首次技術對接。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210312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ELDERLY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中高齡資源平台：查詢、學習、分享，陪伴更有溫度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2B0B"/>
                </a:solidFill>
              </a:defRPr>
            </a:pPr>
            <a:r>
              <a:t>2026 / 公私協力提案 • Morris Chiang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1978640" cy="914400"/>
          </a:xfrm>
          <a:prstGeom prst="rect">
            <a:avLst/>
          </a:prstGeom>
          <a:solidFill>
            <a:srgbClr val="FFCB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2B0B"/>
                </a:solidFill>
              </a:defRPr>
            </a:pPr>
            <a:r>
              <a:t>問題陳述：高齡化與資源斷鏈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743200" cy="411480"/>
          </a:xfrm>
          <a:prstGeom prst="roundRect">
            <a:avLst/>
          </a:prstGeom>
          <a:solidFill>
            <a:srgbClr val="FFE4B5"/>
          </a:solidFill>
          <a:ln>
            <a:solidFill>
              <a:srgbClr val="FFC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7A3E03"/>
                </a:solidFill>
              </a:defRPr>
            </a:pPr>
            <a:r>
              <a:t>資源散落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188720"/>
            <a:ext cx="2743200" cy="411480"/>
          </a:xfrm>
          <a:prstGeom prst="roundRect">
            <a:avLst/>
          </a:prstGeom>
          <a:solidFill>
            <a:srgbClr val="FFE4B5"/>
          </a:solidFill>
          <a:ln>
            <a:solidFill>
              <a:srgbClr val="FFC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7A3E03"/>
                </a:solidFill>
              </a:defRPr>
            </a:pPr>
            <a:r>
              <a:t>快速查找難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188720"/>
            <a:ext cx="2743200" cy="411480"/>
          </a:xfrm>
          <a:prstGeom prst="roundRect">
            <a:avLst/>
          </a:prstGeom>
          <a:solidFill>
            <a:srgbClr val="FFE4B5"/>
          </a:solidFill>
          <a:ln>
            <a:solidFill>
              <a:srgbClr val="FFC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7A3E03"/>
                </a:solidFill>
              </a:defRPr>
            </a:pPr>
            <a:r>
              <a:t>長者可及性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4A2B0B"/>
                </a:solidFill>
              </a:defRPr>
            </a:pPr>
            <a:r>
              <a:t>• 高齡化與獨居長者增加，照顧者與志工常常不知道身邊已有哪一條可用資源線索。</a:t>
            </a:r>
          </a:p>
          <a:p>
            <a:pPr>
              <a:spcAft>
                <a:spcPts val="700"/>
              </a:spcAft>
              <a:defRPr sz="2100">
                <a:solidFill>
                  <a:srgbClr val="4A2B0B"/>
                </a:solidFill>
              </a:defRPr>
            </a:pPr>
            <a:r>
              <a:t>• 缺乏系統化資源盤點平台，導致社福人力浪費在「找資源」而非「陪伴長者」。</a:t>
            </a:r>
          </a:p>
          <a:p>
            <a:pPr>
              <a:spcAft>
                <a:spcPts val="700"/>
              </a:spcAft>
              <a:defRPr sz="2100">
                <a:solidFill>
                  <a:srgbClr val="4A2B0B"/>
                </a:solidFill>
              </a:defRPr>
            </a:pPr>
            <a:r>
              <a:t>• 現有資訊分散在公部門、社團、社區群組與紙本手冊，格式不一且更新不及時。</a:t>
            </a:r>
          </a:p>
          <a:p>
            <a:pPr>
              <a:spcAft>
                <a:spcPts val="700"/>
              </a:spcAft>
              <a:defRPr sz="2100">
                <a:solidFill>
                  <a:srgbClr val="4A2B0B"/>
                </a:solidFill>
              </a:defRPr>
            </a:pPr>
            <a:r>
              <a:t>• 遇到緊急送醫、交通接送、失智陪伴時，志工和家屬難以快速找到可信賴服務。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我們的解法：中高齡資源平台一頁總覽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中高齡使用者可查詢附近資源、學習相關知識、分享自己的經驗。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開源資料平台 + 社群貢獻 + 多層審查機制。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可輸出標準化資料（CSV/JSON），支援政府或地方團隊直接匯入。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資源不只是長照，還包含健康、便利、社交、學習與陪伴資源。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使用者流程與 UX 亮點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8463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2B0B"/>
                </a:solidFill>
              </a:defRPr>
            </a:pPr>
            <a:r>
              <a:t>主要使用者：長者本人、家屬、志工、社服人員、地方政府職員</a:t>
            </a:r>
          </a:p>
          <a:p/>
          <a:p>
            <a:r>
              <a:t>設計原則：大字體、高對比、明確 CTA、一鍵通話/導航、語音輔助（TTS）。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280160"/>
            <a:ext cx="48463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2B0B"/>
                </a:solidFill>
              </a:defRPr>
            </a:pPr>
            <a:r>
              <a:t>1. 使用者打開首頁或透過 LINE LIFF 進入，系統自動偵測地點或允許輸入地址。</a:t>
            </a:r>
          </a:p>
          <a:p>
            <a:r>
              <a:t>2. 搜尋關鍵字或分類，結果以卡片式呈現，含距離、電話、營業時間與快速動作。 </a:t>
            </a:r>
          </a:p>
          <a:p>
            <a:r>
              <a:t>3. 點開詳頁查看評價、歷史更新、社群投票與舉報按鈕。 </a:t>
            </a:r>
          </a:p>
          <a:p>
            <a:r>
              <a:t>4. 錯誤資訊可一鍵舉報或提出修正建議，進入社群審核流程。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目前成果與短期成效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已建置核心功能：資源 CRUD、區域 moderator、import/export API。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技術基礎：RLS、角色模型、資料 schema。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現階段支援社群投稿、資源回報、地區審核與批次匯出。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目前短板：缺 audit logs、輸入驗證、rate limiting、個資合規。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資料品質保證架構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自動化篩選：格式、重複、惡意連結檢查。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社群投票 + 信任分數機制，先發後審。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Moderator 優先隊列與 SLA 追蹤。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兼顧低門檻參與與高品質輸出。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政府合作模式：路線 B 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平台由民間維運，政府提供官方認證與稽核人力。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每日/每週資料同步 API + 官方藍勾標示。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MOU → 試點 → 正式採用。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後續可擴展為政府資料捐贈與雙向資料回饋。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技術需求與合規保證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必做：Audit Logging、輸入驗證、資料保留政策。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建議：Rate limiting、滲透測試、PIA/隱私影響評估。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輸出格式：OpenAPI + CSV/JSON/XML。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提供 2 週完成 audit logs + dashboard 的時間表。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試點計畫與關鍵指標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推薦試點縣市：台北市、台中市、高雄市（各一行政區）。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期間：6 個月。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成功標準：資源更新率 ≥ 80%／月、資料正確率 ≥ 95%。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社群參與：至少 50 名活躍投稿者與 5 名地區 moderator。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成本模型範例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平台運營（民間）：NTD 100 萬／年。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政府 moderator（5 人）：NTD 300 萬／年。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試點費用（第一年含開發）：NTD 400 萬。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成本遠低於傳統政府單一建置模式。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風險與緩解策略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風險：資料品質疑慮、資安責任、預算核定緩慢。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緩解：審計日誌、第三方稽核、分階段試點與 MOU。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強調分階段驗收降低政府風險。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我們的要求：政府協作項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指派 1 名政府聯絡窗口與 1-2 位 moderator。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提供試點所需的聯繫管道與行政支援。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批准每日資料同步 API 的存取與測試。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建立每月檢討機制與專案治理。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下一步與聯絡方式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簽署 MOU → 啟動 6 個月試點 → 每月一次檢討會。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快速上線試點，驗證「查詢 + 回報 + 學習」價值。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聯絡人：Morris Chiang（itchiang2025@gmail.com）。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